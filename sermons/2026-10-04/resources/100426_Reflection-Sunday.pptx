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5" r:id="rId6"/>
    <p:sldId id="273" r:id="rId7"/>
    <p:sldId id="274" r:id="rId8"/>
    <p:sldId id="268" r:id="rId9"/>
    <p:sldId id="275" r:id="rId10"/>
    <p:sldId id="276" r:id="rId11"/>
  </p:sldIdLst>
  <p:sldSz cx="18288000" cy="10287000"/>
  <p:notesSz cx="6858000" cy="9144000"/>
  <p:embeddedFontLst>
    <p:embeddedFont>
      <p:font typeface="TT Commons Pro Bold" panose="020B0604020202020204" charset="0"/>
      <p:regular r:id="rId12"/>
    </p:embeddedFont>
    <p:embeddedFont>
      <p:font typeface="TT Commons Pro Bold Italics" panose="020B0604020202020204" charset="0"/>
      <p:regular r:id="rId13"/>
    </p:embeddedFont>
    <p:embeddedFont>
      <p:font typeface="TT Commons Pro Italics" panose="020B0604020202020204" charset="0"/>
      <p:regular r:id="rId14"/>
    </p:embeddedFont>
    <p:embeddedFont>
      <p:font typeface="TT Slabs" panose="020B0604020202020204" charset="0"/>
      <p:regular r:id="rId15"/>
    </p:embeddedFont>
    <p:embeddedFont>
      <p:font typeface="TT Slabs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8675" y="3010311"/>
            <a:ext cx="11379625" cy="3600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99"/>
              </a:lnSpc>
            </a:pPr>
            <a:r>
              <a:rPr lang="en-US" sz="9999" b="1" spc="-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Communion  &amp; Reflection Sunday</a:t>
            </a:r>
          </a:p>
          <a:p>
            <a:pPr algn="l">
              <a:lnSpc>
                <a:spcPts val="9299"/>
              </a:lnSpc>
            </a:pPr>
            <a:r>
              <a:rPr lang="en-US" sz="9999" b="1" spc="-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Prayer Time </a:t>
            </a:r>
          </a:p>
        </p:txBody>
      </p:sp>
      <p:sp>
        <p:nvSpPr>
          <p:cNvPr id="3" name="Freeform 3"/>
          <p:cNvSpPr/>
          <p:nvPr/>
        </p:nvSpPr>
        <p:spPr>
          <a:xfrm>
            <a:off x="1959701" y="3086100"/>
            <a:ext cx="2804160" cy="4114800"/>
          </a:xfrm>
          <a:custGeom>
            <a:avLst/>
            <a:gdLst/>
            <a:ahLst/>
            <a:cxnLst/>
            <a:rect l="l" t="t" r="r" b="b"/>
            <a:pathLst>
              <a:path w="2804160" h="4114800">
                <a:moveTo>
                  <a:pt x="0" y="0"/>
                </a:moveTo>
                <a:lnTo>
                  <a:pt x="2804160" y="0"/>
                </a:lnTo>
                <a:lnTo>
                  <a:pt x="28041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48675" y="6750006"/>
            <a:ext cx="9606381" cy="84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8"/>
              </a:lnSpc>
              <a:spcBef>
                <a:spcPct val="0"/>
              </a:spcBef>
            </a:pPr>
            <a:r>
              <a:rPr lang="en-US" sz="4849" dirty="0">
                <a:solidFill>
                  <a:srgbClr val="FFFFFF"/>
                </a:solidFill>
                <a:latin typeface="TT Slabs"/>
                <a:ea typeface="TT Slabs"/>
                <a:cs typeface="TT Slabs"/>
                <a:sym typeface="TT Slabs"/>
              </a:rPr>
              <a:t>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52669" y="3442719"/>
            <a:ext cx="13782662" cy="273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5"/>
              </a:lnSpc>
            </a:pPr>
            <a:r>
              <a:rPr lang="en-US" sz="10199" b="1" i="1" spc="-101" dirty="0">
                <a:solidFill>
                  <a:srgbClr val="FFFFFF"/>
                </a:solidFill>
                <a:latin typeface="TT Commons Pro Bold Italics"/>
                <a:ea typeface="TT Commons Pro Bold Italics"/>
                <a:cs typeface="TT Commons Pro Bold Italics"/>
                <a:sym typeface="TT Commons Pro Bold Italics"/>
              </a:rPr>
              <a:t>PRAYER FOR </a:t>
            </a:r>
          </a:p>
          <a:p>
            <a:pPr algn="ctr">
              <a:lnSpc>
                <a:spcPts val="10505"/>
              </a:lnSpc>
            </a:pPr>
            <a:r>
              <a:rPr lang="en-US" sz="10199" b="1" i="1" spc="-101" dirty="0">
                <a:solidFill>
                  <a:srgbClr val="FFFFFF"/>
                </a:solidFill>
                <a:latin typeface="TT Commons Pro Bold Italics"/>
                <a:ea typeface="TT Commons Pro Bold Italics"/>
                <a:cs typeface="TT Commons Pro Bold Italics"/>
                <a:sym typeface="TT Commons Pro Bold Italics"/>
              </a:rPr>
              <a:t>THE FAMILY</a:t>
            </a:r>
          </a:p>
        </p:txBody>
      </p:sp>
      <p:sp>
        <p:nvSpPr>
          <p:cNvPr id="3" name="Freeform 3"/>
          <p:cNvSpPr/>
          <p:nvPr/>
        </p:nvSpPr>
        <p:spPr>
          <a:xfrm>
            <a:off x="-984685" y="8210966"/>
            <a:ext cx="7315200" cy="2513769"/>
          </a:xfrm>
          <a:custGeom>
            <a:avLst/>
            <a:gdLst/>
            <a:ahLst/>
            <a:cxnLst/>
            <a:rect l="l" t="t" r="r" b="b"/>
            <a:pathLst>
              <a:path w="7315200" h="2513769">
                <a:moveTo>
                  <a:pt x="0" y="0"/>
                </a:moveTo>
                <a:lnTo>
                  <a:pt x="7315200" y="0"/>
                </a:lnTo>
                <a:lnTo>
                  <a:pt x="7315200" y="2513768"/>
                </a:lnTo>
                <a:lnTo>
                  <a:pt x="0" y="2513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72800" y="-1256884"/>
            <a:ext cx="7315200" cy="2513769"/>
          </a:xfrm>
          <a:custGeom>
            <a:avLst/>
            <a:gdLst/>
            <a:ahLst/>
            <a:cxnLst/>
            <a:rect l="l" t="t" r="r" b="b"/>
            <a:pathLst>
              <a:path w="7315200" h="2513769">
                <a:moveTo>
                  <a:pt x="0" y="0"/>
                </a:moveTo>
                <a:lnTo>
                  <a:pt x="7315200" y="0"/>
                </a:lnTo>
                <a:lnTo>
                  <a:pt x="7315200" y="2513768"/>
                </a:lnTo>
                <a:lnTo>
                  <a:pt x="0" y="2513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24405"/>
            <a:ext cx="16230600" cy="256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For this reason I kneel before the Father,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from Whom every family in heaven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and on earth derives its name.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92301" y="6632947"/>
            <a:ext cx="1073218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TT Slabs"/>
                <a:ea typeface="TT Slabs"/>
                <a:cs typeface="TT Slabs"/>
                <a:sym typeface="TT Slabs"/>
              </a:rPr>
              <a:t>Ephesians 3:14–15 NIV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82294" y="1485900"/>
            <a:ext cx="14323412" cy="93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9"/>
              </a:lnSpc>
            </a:pPr>
            <a:r>
              <a:rPr lang="en-US" sz="8000" b="1" spc="-6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Prayer Points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90800" y="3238500"/>
            <a:ext cx="14323412" cy="444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Relationships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Provision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Healing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52669" y="3442719"/>
            <a:ext cx="13782662" cy="273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5"/>
              </a:lnSpc>
            </a:pPr>
            <a:r>
              <a:rPr lang="en-US" sz="10199" b="1" i="1" spc="-101">
                <a:solidFill>
                  <a:srgbClr val="FFFFFF"/>
                </a:solidFill>
                <a:latin typeface="TT Commons Pro Bold Italics"/>
                <a:ea typeface="TT Commons Pro Bold Italics"/>
                <a:cs typeface="TT Commons Pro Bold Italics"/>
                <a:sym typeface="TT Commons Pro Bold Italics"/>
              </a:rPr>
              <a:t>PRAYER FOR </a:t>
            </a:r>
          </a:p>
          <a:p>
            <a:pPr algn="ctr">
              <a:lnSpc>
                <a:spcPts val="10505"/>
              </a:lnSpc>
            </a:pPr>
            <a:r>
              <a:rPr lang="en-US" sz="10199" b="1" i="1" spc="-101">
                <a:solidFill>
                  <a:srgbClr val="FFFFFF"/>
                </a:solidFill>
                <a:latin typeface="TT Commons Pro Bold Italics"/>
                <a:ea typeface="TT Commons Pro Bold Italics"/>
                <a:cs typeface="TT Commons Pro Bold Italics"/>
                <a:sym typeface="TT Commons Pro Bold Italics"/>
              </a:rPr>
              <a:t>OUR COUNTRY</a:t>
            </a:r>
          </a:p>
        </p:txBody>
      </p:sp>
      <p:sp>
        <p:nvSpPr>
          <p:cNvPr id="3" name="Freeform 3"/>
          <p:cNvSpPr/>
          <p:nvPr/>
        </p:nvSpPr>
        <p:spPr>
          <a:xfrm>
            <a:off x="-984685" y="8210966"/>
            <a:ext cx="7315200" cy="2513769"/>
          </a:xfrm>
          <a:custGeom>
            <a:avLst/>
            <a:gdLst/>
            <a:ahLst/>
            <a:cxnLst/>
            <a:rect l="l" t="t" r="r" b="b"/>
            <a:pathLst>
              <a:path w="7315200" h="2513769">
                <a:moveTo>
                  <a:pt x="0" y="0"/>
                </a:moveTo>
                <a:lnTo>
                  <a:pt x="7315200" y="0"/>
                </a:lnTo>
                <a:lnTo>
                  <a:pt x="7315200" y="2513768"/>
                </a:lnTo>
                <a:lnTo>
                  <a:pt x="0" y="2513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72800" y="-1256884"/>
            <a:ext cx="7315200" cy="2513769"/>
          </a:xfrm>
          <a:custGeom>
            <a:avLst/>
            <a:gdLst/>
            <a:ahLst/>
            <a:cxnLst/>
            <a:rect l="l" t="t" r="r" b="b"/>
            <a:pathLst>
              <a:path w="7315200" h="2513769">
                <a:moveTo>
                  <a:pt x="0" y="0"/>
                </a:moveTo>
                <a:lnTo>
                  <a:pt x="7315200" y="0"/>
                </a:lnTo>
                <a:lnTo>
                  <a:pt x="7315200" y="2513768"/>
                </a:lnTo>
                <a:lnTo>
                  <a:pt x="0" y="2513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D362A-0F3A-2802-7CB9-3496F747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6E45A43-4D5F-9E19-D698-E7AA3C8B7DA5}"/>
              </a:ext>
            </a:extLst>
          </p:cNvPr>
          <p:cNvSpPr txBox="1"/>
          <p:nvPr/>
        </p:nvSpPr>
        <p:spPr>
          <a:xfrm>
            <a:off x="933450" y="2705100"/>
            <a:ext cx="16421100" cy="4302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Seek the peace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and prosperity of the city…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Pray to the Lord for it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because if it prospers,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you too will prosper.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92F0715-631C-A684-B342-B08EBE485EAD}"/>
              </a:ext>
            </a:extLst>
          </p:cNvPr>
          <p:cNvSpPr txBox="1"/>
          <p:nvPr/>
        </p:nvSpPr>
        <p:spPr>
          <a:xfrm>
            <a:off x="6477000" y="7734300"/>
            <a:ext cx="1073218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TT Slabs"/>
                <a:ea typeface="TT Slabs"/>
                <a:cs typeface="TT Slabs"/>
                <a:sym typeface="TT Slabs"/>
              </a:rPr>
              <a:t>Jeremiah 29:7 NIV</a:t>
            </a:r>
          </a:p>
        </p:txBody>
      </p:sp>
    </p:spTree>
    <p:extLst>
      <p:ext uri="{BB962C8B-B14F-4D97-AF65-F5344CB8AC3E}">
        <p14:creationId xmlns:p14="http://schemas.microsoft.com/office/powerpoint/2010/main" val="346927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2D7D8-38D9-C96B-E94D-B69840D5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70C191A-2822-C941-5641-2086BB442F16}"/>
              </a:ext>
            </a:extLst>
          </p:cNvPr>
          <p:cNvSpPr txBox="1"/>
          <p:nvPr/>
        </p:nvSpPr>
        <p:spPr>
          <a:xfrm>
            <a:off x="1982294" y="1485900"/>
            <a:ext cx="14323412" cy="93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9"/>
              </a:lnSpc>
            </a:pPr>
            <a:r>
              <a:rPr lang="en-US" sz="8000" b="1" spc="-6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Prayer Points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1258F50-9AF3-65CB-DD63-CBE36C5ECDF7}"/>
              </a:ext>
            </a:extLst>
          </p:cNvPr>
          <p:cNvSpPr txBox="1"/>
          <p:nvPr/>
        </p:nvSpPr>
        <p:spPr>
          <a:xfrm>
            <a:off x="2590800" y="3238500"/>
            <a:ext cx="14323412" cy="444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Government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Protection from Disasters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Social Issues</a:t>
            </a:r>
          </a:p>
        </p:txBody>
      </p:sp>
    </p:spTree>
    <p:extLst>
      <p:ext uri="{BB962C8B-B14F-4D97-AF65-F5344CB8AC3E}">
        <p14:creationId xmlns:p14="http://schemas.microsoft.com/office/powerpoint/2010/main" val="50094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52669" y="3442719"/>
            <a:ext cx="13782662" cy="273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5"/>
              </a:lnSpc>
            </a:pPr>
            <a:r>
              <a:rPr lang="en-US" sz="10199" b="1" i="1" spc="-101">
                <a:solidFill>
                  <a:srgbClr val="FFFFFF"/>
                </a:solidFill>
                <a:latin typeface="TT Commons Pro Bold Italics"/>
                <a:ea typeface="TT Commons Pro Bold Italics"/>
                <a:cs typeface="TT Commons Pro Bold Italics"/>
                <a:sym typeface="TT Commons Pro Bold Italics"/>
              </a:rPr>
              <a:t>PRAYER FOR </a:t>
            </a:r>
          </a:p>
          <a:p>
            <a:pPr algn="ctr">
              <a:lnSpc>
                <a:spcPts val="10505"/>
              </a:lnSpc>
            </a:pPr>
            <a:r>
              <a:rPr lang="en-US" sz="10199" b="1" i="1" spc="-101">
                <a:solidFill>
                  <a:srgbClr val="FFFFFF"/>
                </a:solidFill>
                <a:latin typeface="TT Commons Pro Bold Italics"/>
                <a:ea typeface="TT Commons Pro Bold Italics"/>
                <a:cs typeface="TT Commons Pro Bold Italics"/>
                <a:sym typeface="TT Commons Pro Bold Italics"/>
              </a:rPr>
              <a:t>THE CHURCH</a:t>
            </a:r>
          </a:p>
        </p:txBody>
      </p:sp>
      <p:sp>
        <p:nvSpPr>
          <p:cNvPr id="3" name="Freeform 3"/>
          <p:cNvSpPr/>
          <p:nvPr/>
        </p:nvSpPr>
        <p:spPr>
          <a:xfrm>
            <a:off x="-984685" y="8210966"/>
            <a:ext cx="7315200" cy="2513769"/>
          </a:xfrm>
          <a:custGeom>
            <a:avLst/>
            <a:gdLst/>
            <a:ahLst/>
            <a:cxnLst/>
            <a:rect l="l" t="t" r="r" b="b"/>
            <a:pathLst>
              <a:path w="7315200" h="2513769">
                <a:moveTo>
                  <a:pt x="0" y="0"/>
                </a:moveTo>
                <a:lnTo>
                  <a:pt x="7315200" y="0"/>
                </a:lnTo>
                <a:lnTo>
                  <a:pt x="7315200" y="2513768"/>
                </a:lnTo>
                <a:lnTo>
                  <a:pt x="0" y="2513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72800" y="-1256884"/>
            <a:ext cx="7315200" cy="2513769"/>
          </a:xfrm>
          <a:custGeom>
            <a:avLst/>
            <a:gdLst/>
            <a:ahLst/>
            <a:cxnLst/>
            <a:rect l="l" t="t" r="r" b="b"/>
            <a:pathLst>
              <a:path w="7315200" h="2513769">
                <a:moveTo>
                  <a:pt x="0" y="0"/>
                </a:moveTo>
                <a:lnTo>
                  <a:pt x="7315200" y="0"/>
                </a:lnTo>
                <a:lnTo>
                  <a:pt x="7315200" y="2513768"/>
                </a:lnTo>
                <a:lnTo>
                  <a:pt x="0" y="2513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F4041-8475-8E8F-8146-B6F66677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B771D5A-4232-E7F4-EF22-832E595514A1}"/>
              </a:ext>
            </a:extLst>
          </p:cNvPr>
          <p:cNvSpPr txBox="1"/>
          <p:nvPr/>
        </p:nvSpPr>
        <p:spPr>
          <a:xfrm>
            <a:off x="1028700" y="2724405"/>
            <a:ext cx="16230600" cy="34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I am the vine; you are the branches. Whoever abides in Me and I in him,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he it is that bears much fruit, </a:t>
            </a:r>
          </a:p>
          <a:p>
            <a:pPr algn="ctr">
              <a:lnSpc>
                <a:spcPts val="6695"/>
              </a:lnSpc>
            </a:pPr>
            <a:r>
              <a:rPr lang="en-US" sz="7200" b="1" spc="-65" dirty="0">
                <a:solidFill>
                  <a:srgbClr val="FFFFFF"/>
                </a:solidFill>
                <a:latin typeface="TT Commons Pro Italics"/>
                <a:ea typeface="TT Commons Pro Italics"/>
                <a:cs typeface="TT Commons Pro Italics"/>
                <a:sym typeface="TT Commons Pro Italics"/>
              </a:rPr>
              <a:t>for apart from Me you can do nothing.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BCEECED-A427-5367-EB0B-ECA02A4B72DF}"/>
              </a:ext>
            </a:extLst>
          </p:cNvPr>
          <p:cNvSpPr txBox="1"/>
          <p:nvPr/>
        </p:nvSpPr>
        <p:spPr>
          <a:xfrm>
            <a:off x="6192301" y="6632947"/>
            <a:ext cx="1073218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TT Slabs"/>
                <a:ea typeface="TT Slabs"/>
                <a:cs typeface="TT Slabs"/>
                <a:sym typeface="TT Slabs"/>
              </a:rPr>
              <a:t>John 15:5 ESV</a:t>
            </a:r>
          </a:p>
        </p:txBody>
      </p:sp>
    </p:spTree>
    <p:extLst>
      <p:ext uri="{BB962C8B-B14F-4D97-AF65-F5344CB8AC3E}">
        <p14:creationId xmlns:p14="http://schemas.microsoft.com/office/powerpoint/2010/main" val="203713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8438D-F219-FC2C-F635-AF18BD86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D911805-3E95-23EC-029B-C310AF13334A}"/>
              </a:ext>
            </a:extLst>
          </p:cNvPr>
          <p:cNvSpPr txBox="1"/>
          <p:nvPr/>
        </p:nvSpPr>
        <p:spPr>
          <a:xfrm>
            <a:off x="1982294" y="1485900"/>
            <a:ext cx="14323412" cy="93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9"/>
              </a:lnSpc>
            </a:pPr>
            <a:r>
              <a:rPr lang="en-US" sz="8000" b="1" spc="-6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Prayer Points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112B426-E7B7-5DE2-4355-F2FFF55BCBA8}"/>
              </a:ext>
            </a:extLst>
          </p:cNvPr>
          <p:cNvSpPr txBox="1"/>
          <p:nvPr/>
        </p:nvSpPr>
        <p:spPr>
          <a:xfrm>
            <a:off x="2514600" y="2781300"/>
            <a:ext cx="14323412" cy="5967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Abiding in Christ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Gospel-sharing Culture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 err="1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Disciplemaking</a:t>
            </a: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 Culture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6600" b="1" i="1" dirty="0">
                <a:solidFill>
                  <a:srgbClr val="FFFFFF"/>
                </a:solidFill>
                <a:latin typeface="TT Slabs Italics"/>
                <a:ea typeface="TT Slabs Italics"/>
                <a:cs typeface="TT Slabs Italics"/>
                <a:sym typeface="TT Slabs Italics"/>
              </a:rPr>
              <a:t>Spirit of Generosity</a:t>
            </a:r>
          </a:p>
        </p:txBody>
      </p:sp>
    </p:spTree>
    <p:extLst>
      <p:ext uri="{BB962C8B-B14F-4D97-AF65-F5344CB8AC3E}">
        <p14:creationId xmlns:p14="http://schemas.microsoft.com/office/powerpoint/2010/main" val="374785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138</Words>
  <Application>Microsoft Office PowerPoint</Application>
  <PresentationFormat>Custom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TT Slabs</vt:lpstr>
      <vt:lpstr>TT Commons Pro Bold Italics</vt:lpstr>
      <vt:lpstr>Arial</vt:lpstr>
      <vt:lpstr>TT Commons Pro Bold</vt:lpstr>
      <vt:lpstr>TT Slabs Italics</vt:lpstr>
      <vt:lpstr>Calibri</vt:lpstr>
      <vt:lpstr>TT Commons Pro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070526_Reflection Sunday</dc:title>
  <dc:creator>Djanna</dc:creator>
  <cp:lastModifiedBy>PTTC Djanna Cornago</cp:lastModifiedBy>
  <cp:revision>5</cp:revision>
  <dcterms:created xsi:type="dcterms:W3CDTF">2006-08-16T00:00:00Z</dcterms:created>
  <dcterms:modified xsi:type="dcterms:W3CDTF">2026-10-03T06:48:03Z</dcterms:modified>
  <dc:identifier>DAHOY7u-Ezg</dc:identifier>
</cp:coreProperties>
</file>